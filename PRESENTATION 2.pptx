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0"/>
  </p:notesMasterIdLst>
  <p:sldIdLst>
    <p:sldId id="256" r:id="rId2"/>
    <p:sldId id="262" r:id="rId3"/>
    <p:sldId id="260" r:id="rId4"/>
    <p:sldId id="272" r:id="rId5"/>
    <p:sldId id="273" r:id="rId6"/>
    <p:sldId id="277" r:id="rId7"/>
    <p:sldId id="266" r:id="rId8"/>
    <p:sldId id="274" r:id="rId9"/>
    <p:sldId id="275" r:id="rId10"/>
    <p:sldId id="276" r:id="rId11"/>
    <p:sldId id="265" r:id="rId12"/>
    <p:sldId id="264" r:id="rId13"/>
    <p:sldId id="257" r:id="rId14"/>
    <p:sldId id="259" r:id="rId15"/>
    <p:sldId id="267" r:id="rId16"/>
    <p:sldId id="268" r:id="rId17"/>
    <p:sldId id="271" r:id="rId18"/>
    <p:sldId id="27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E0548-7B65-437B-BB6F-D0CC2D6311B8}" v="35" dt="2022-11-23T13:16:55.063"/>
    <p1510:client id="{FAC5A4D5-7543-48BC-AE1F-B68C9E50F07B}" v="26" dt="2022-11-23T23:02:59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P Girijan" userId="b765770cc417beb9" providerId="LiveId" clId="{FAC5A4D5-7543-48BC-AE1F-B68C9E50F07B}"/>
    <pc:docChg chg="undo custSel addSld delSld modSld sldOrd">
      <pc:chgData name="Rahul P Girijan" userId="b765770cc417beb9" providerId="LiveId" clId="{FAC5A4D5-7543-48BC-AE1F-B68C9E50F07B}" dt="2022-11-24T09:18:49.808" v="318" actId="5793"/>
      <pc:docMkLst>
        <pc:docMk/>
      </pc:docMkLst>
      <pc:sldChg chg="addSp delSp modSp mod">
        <pc:chgData name="Rahul P Girijan" userId="b765770cc417beb9" providerId="LiveId" clId="{FAC5A4D5-7543-48BC-AE1F-B68C9E50F07B}" dt="2022-11-23T13:39:05.170" v="74" actId="14100"/>
        <pc:sldMkLst>
          <pc:docMk/>
          <pc:sldMk cId="1034779691" sldId="257"/>
        </pc:sldMkLst>
        <pc:spChg chg="del">
          <ac:chgData name="Rahul P Girijan" userId="b765770cc417beb9" providerId="LiveId" clId="{FAC5A4D5-7543-48BC-AE1F-B68C9E50F07B}" dt="2022-11-23T13:31:51.713" v="60" actId="931"/>
          <ac:spMkLst>
            <pc:docMk/>
            <pc:sldMk cId="1034779691" sldId="257"/>
            <ac:spMk id="3" creationId="{F2DD6B1C-67DB-BB1B-C9E4-305A3673835C}"/>
          </ac:spMkLst>
        </pc:spChg>
        <pc:picChg chg="add mod">
          <ac:chgData name="Rahul P Girijan" userId="b765770cc417beb9" providerId="LiveId" clId="{FAC5A4D5-7543-48BC-AE1F-B68C9E50F07B}" dt="2022-11-23T13:38:18.985" v="68" actId="14100"/>
          <ac:picMkLst>
            <pc:docMk/>
            <pc:sldMk cId="1034779691" sldId="257"/>
            <ac:picMk id="7" creationId="{D2E74BDB-48DE-54E4-7297-8C06F964B24C}"/>
          </ac:picMkLst>
        </pc:picChg>
        <pc:picChg chg="add mod">
          <ac:chgData name="Rahul P Girijan" userId="b765770cc417beb9" providerId="LiveId" clId="{FAC5A4D5-7543-48BC-AE1F-B68C9E50F07B}" dt="2022-11-23T13:39:05.170" v="74" actId="14100"/>
          <ac:picMkLst>
            <pc:docMk/>
            <pc:sldMk cId="1034779691" sldId="257"/>
            <ac:picMk id="9" creationId="{EA61FE1D-2CEA-F03B-7D76-938298609D07}"/>
          </ac:picMkLst>
        </pc:picChg>
      </pc:sldChg>
      <pc:sldChg chg="modSp del">
        <pc:chgData name="Rahul P Girijan" userId="b765770cc417beb9" providerId="LiveId" clId="{FAC5A4D5-7543-48BC-AE1F-B68C9E50F07B}" dt="2022-11-24T09:09:21.504" v="289" actId="47"/>
        <pc:sldMkLst>
          <pc:docMk/>
          <pc:sldMk cId="2531638987" sldId="261"/>
        </pc:sldMkLst>
        <pc:spChg chg="mod">
          <ac:chgData name="Rahul P Girijan" userId="b765770cc417beb9" providerId="LiveId" clId="{FAC5A4D5-7543-48BC-AE1F-B68C9E50F07B}" dt="2022-11-23T22:52:26.980" v="249"/>
          <ac:spMkLst>
            <pc:docMk/>
            <pc:sldMk cId="2531638987" sldId="261"/>
            <ac:spMk id="2" creationId="{D892722A-D12C-7B15-7082-54A549B373AD}"/>
          </ac:spMkLst>
        </pc:spChg>
      </pc:sldChg>
      <pc:sldChg chg="addSp modSp mod modClrScheme chgLayout">
        <pc:chgData name="Rahul P Girijan" userId="b765770cc417beb9" providerId="LiveId" clId="{FAC5A4D5-7543-48BC-AE1F-B68C9E50F07B}" dt="2022-11-24T09:18:49.808" v="318" actId="5793"/>
        <pc:sldMkLst>
          <pc:docMk/>
          <pc:sldMk cId="2924033129" sldId="262"/>
        </pc:sldMkLst>
        <pc:spChg chg="mod ord">
          <ac:chgData name="Rahul P Girijan" userId="b765770cc417beb9" providerId="LiveId" clId="{FAC5A4D5-7543-48BC-AE1F-B68C9E50F07B}" dt="2022-11-24T09:05:38.361" v="284" actId="700"/>
          <ac:spMkLst>
            <pc:docMk/>
            <pc:sldMk cId="2924033129" sldId="262"/>
            <ac:spMk id="2" creationId="{5DDA5304-4B69-837C-D621-00F6681B90B5}"/>
          </ac:spMkLst>
        </pc:spChg>
        <pc:spChg chg="mod ord">
          <ac:chgData name="Rahul P Girijan" userId="b765770cc417beb9" providerId="LiveId" clId="{FAC5A4D5-7543-48BC-AE1F-B68C9E50F07B}" dt="2022-11-24T09:18:49.808" v="318" actId="5793"/>
          <ac:spMkLst>
            <pc:docMk/>
            <pc:sldMk cId="2924033129" sldId="262"/>
            <ac:spMk id="3" creationId="{1CFDA1A5-C5ED-617C-15A1-203827ED5AFD}"/>
          </ac:spMkLst>
        </pc:spChg>
        <pc:spChg chg="add mod ord">
          <ac:chgData name="Rahul P Girijan" userId="b765770cc417beb9" providerId="LiveId" clId="{FAC5A4D5-7543-48BC-AE1F-B68C9E50F07B}" dt="2022-11-24T09:05:53.663" v="288" actId="20577"/>
          <ac:spMkLst>
            <pc:docMk/>
            <pc:sldMk cId="2924033129" sldId="262"/>
            <ac:spMk id="4" creationId="{9F5E6C03-2A3B-2565-5003-35A6A4210B2E}"/>
          </ac:spMkLst>
        </pc:spChg>
      </pc:sldChg>
      <pc:sldChg chg="addSp delSp modSp mod ord">
        <pc:chgData name="Rahul P Girijan" userId="b765770cc417beb9" providerId="LiveId" clId="{FAC5A4D5-7543-48BC-AE1F-B68C9E50F07B}" dt="2022-11-23T22:40:53.524" v="165"/>
        <pc:sldMkLst>
          <pc:docMk/>
          <pc:sldMk cId="2094074870" sldId="266"/>
        </pc:sldMkLst>
        <pc:spChg chg="add del mod">
          <ac:chgData name="Rahul P Girijan" userId="b765770cc417beb9" providerId="LiveId" clId="{FAC5A4D5-7543-48BC-AE1F-B68C9E50F07B}" dt="2022-11-23T13:22:05.134" v="10"/>
          <ac:spMkLst>
            <pc:docMk/>
            <pc:sldMk cId="2094074870" sldId="266"/>
            <ac:spMk id="3" creationId="{165F2DE8-4C07-80E2-D9FF-9039027E3334}"/>
          </ac:spMkLst>
        </pc:spChg>
        <pc:spChg chg="add mod">
          <ac:chgData name="Rahul P Girijan" userId="b765770cc417beb9" providerId="LiveId" clId="{FAC5A4D5-7543-48BC-AE1F-B68C9E50F07B}" dt="2022-11-23T22:21:17.317" v="76" actId="20577"/>
          <ac:spMkLst>
            <pc:docMk/>
            <pc:sldMk cId="2094074870" sldId="266"/>
            <ac:spMk id="6" creationId="{A94F7B22-366E-5CA7-CE0C-862ADD3426B9}"/>
          </ac:spMkLst>
        </pc:spChg>
        <pc:spChg chg="mod">
          <ac:chgData name="Rahul P Girijan" userId="b765770cc417beb9" providerId="LiveId" clId="{FAC5A4D5-7543-48BC-AE1F-B68C9E50F07B}" dt="2022-11-23T13:21:25.758" v="1" actId="1076"/>
          <ac:spMkLst>
            <pc:docMk/>
            <pc:sldMk cId="2094074870" sldId="266"/>
            <ac:spMk id="10" creationId="{B4B19B59-E1AB-F11F-9DC8-472683D094EB}"/>
          </ac:spMkLst>
        </pc:spChg>
        <pc:spChg chg="mod">
          <ac:chgData name="Rahul P Girijan" userId="b765770cc417beb9" providerId="LiveId" clId="{FAC5A4D5-7543-48BC-AE1F-B68C9E50F07B}" dt="2022-11-23T13:21:29.390" v="2" actId="1076"/>
          <ac:spMkLst>
            <pc:docMk/>
            <pc:sldMk cId="2094074870" sldId="266"/>
            <ac:spMk id="13" creationId="{C1C9659E-B71A-27DA-D9E5-E7F9080340EC}"/>
          </ac:spMkLst>
        </pc:spChg>
        <pc:spChg chg="mod">
          <ac:chgData name="Rahul P Girijan" userId="b765770cc417beb9" providerId="LiveId" clId="{FAC5A4D5-7543-48BC-AE1F-B68C9E50F07B}" dt="2022-11-23T13:21:32.552" v="3" actId="1076"/>
          <ac:spMkLst>
            <pc:docMk/>
            <pc:sldMk cId="2094074870" sldId="266"/>
            <ac:spMk id="16" creationId="{1C0BE966-9CD7-BD13-BD01-386F0A116B41}"/>
          </ac:spMkLst>
        </pc:spChg>
        <pc:spChg chg="mod">
          <ac:chgData name="Rahul P Girijan" userId="b765770cc417beb9" providerId="LiveId" clId="{FAC5A4D5-7543-48BC-AE1F-B68C9E50F07B}" dt="2022-11-23T13:21:34.973" v="4" actId="1076"/>
          <ac:spMkLst>
            <pc:docMk/>
            <pc:sldMk cId="2094074870" sldId="266"/>
            <ac:spMk id="19" creationId="{2595E010-3622-9BBA-A078-0F74F23800FF}"/>
          </ac:spMkLst>
        </pc:spChg>
        <pc:picChg chg="mod">
          <ac:chgData name="Rahul P Girijan" userId="b765770cc417beb9" providerId="LiveId" clId="{FAC5A4D5-7543-48BC-AE1F-B68C9E50F07B}" dt="2022-11-23T13:22:17.727" v="13" actId="1076"/>
          <ac:picMkLst>
            <pc:docMk/>
            <pc:sldMk cId="2094074870" sldId="266"/>
            <ac:picMk id="9" creationId="{EDABDB2C-FF31-D2C0-9DD9-C91AE082D77C}"/>
          </ac:picMkLst>
        </pc:picChg>
        <pc:picChg chg="mod">
          <ac:chgData name="Rahul P Girijan" userId="b765770cc417beb9" providerId="LiveId" clId="{FAC5A4D5-7543-48BC-AE1F-B68C9E50F07B}" dt="2022-11-23T13:21:49.863" v="7" actId="1076"/>
          <ac:picMkLst>
            <pc:docMk/>
            <pc:sldMk cId="2094074870" sldId="266"/>
            <ac:picMk id="12" creationId="{22CC1D05-A31B-DC87-5085-1A1575B1A7E8}"/>
          </ac:picMkLst>
        </pc:picChg>
        <pc:picChg chg="mod">
          <ac:chgData name="Rahul P Girijan" userId="b765770cc417beb9" providerId="LiveId" clId="{FAC5A4D5-7543-48BC-AE1F-B68C9E50F07B}" dt="2022-11-23T13:21:42.982" v="6" actId="1076"/>
          <ac:picMkLst>
            <pc:docMk/>
            <pc:sldMk cId="2094074870" sldId="266"/>
            <ac:picMk id="15" creationId="{B96F2068-5E48-85FA-2586-BA1ECF7C12C3}"/>
          </ac:picMkLst>
        </pc:picChg>
        <pc:picChg chg="mod">
          <ac:chgData name="Rahul P Girijan" userId="b765770cc417beb9" providerId="LiveId" clId="{FAC5A4D5-7543-48BC-AE1F-B68C9E50F07B}" dt="2022-11-23T13:22:20.701" v="14" actId="1076"/>
          <ac:picMkLst>
            <pc:docMk/>
            <pc:sldMk cId="2094074870" sldId="266"/>
            <ac:picMk id="18" creationId="{95841055-0D1E-316F-4BD0-2C37DF36F15D}"/>
          </ac:picMkLst>
        </pc:picChg>
      </pc:sldChg>
      <pc:sldChg chg="modSp mod">
        <pc:chgData name="Rahul P Girijan" userId="b765770cc417beb9" providerId="LiveId" clId="{FAC5A4D5-7543-48BC-AE1F-B68C9E50F07B}" dt="2022-11-23T22:22:05.789" v="77" actId="14100"/>
        <pc:sldMkLst>
          <pc:docMk/>
          <pc:sldMk cId="1273439605" sldId="268"/>
        </pc:sldMkLst>
        <pc:spChg chg="mod">
          <ac:chgData name="Rahul P Girijan" userId="b765770cc417beb9" providerId="LiveId" clId="{FAC5A4D5-7543-48BC-AE1F-B68C9E50F07B}" dt="2022-11-23T22:22:05.789" v="77" actId="14100"/>
          <ac:spMkLst>
            <pc:docMk/>
            <pc:sldMk cId="1273439605" sldId="268"/>
            <ac:spMk id="7" creationId="{615F676E-86A3-AA3C-BF58-298B5776090F}"/>
          </ac:spMkLst>
        </pc:spChg>
      </pc:sldChg>
      <pc:sldChg chg="addSp delSp modSp add mod">
        <pc:chgData name="Rahul P Girijan" userId="b765770cc417beb9" providerId="LiveId" clId="{FAC5A4D5-7543-48BC-AE1F-B68C9E50F07B}" dt="2022-11-23T22:50:15.944" v="220"/>
        <pc:sldMkLst>
          <pc:docMk/>
          <pc:sldMk cId="1882568541" sldId="272"/>
        </pc:sldMkLst>
        <pc:spChg chg="mod">
          <ac:chgData name="Rahul P Girijan" userId="b765770cc417beb9" providerId="LiveId" clId="{FAC5A4D5-7543-48BC-AE1F-B68C9E50F07B}" dt="2022-11-23T22:50:15.944" v="220"/>
          <ac:spMkLst>
            <pc:docMk/>
            <pc:sldMk cId="1882568541" sldId="272"/>
            <ac:spMk id="2" creationId="{A73C1719-A3F0-30E1-0966-276FE30B5EDA}"/>
          </ac:spMkLst>
        </pc:spChg>
        <pc:spChg chg="mod">
          <ac:chgData name="Rahul P Girijan" userId="b765770cc417beb9" providerId="LiveId" clId="{FAC5A4D5-7543-48BC-AE1F-B68C9E50F07B}" dt="2022-11-23T22:29:03.952" v="99" actId="2710"/>
          <ac:spMkLst>
            <pc:docMk/>
            <pc:sldMk cId="1882568541" sldId="272"/>
            <ac:spMk id="3" creationId="{8FE02112-97DE-87ED-D10B-CA7CEC1755DE}"/>
          </ac:spMkLst>
        </pc:spChg>
        <pc:spChg chg="add del">
          <ac:chgData name="Rahul P Girijan" userId="b765770cc417beb9" providerId="LiveId" clId="{FAC5A4D5-7543-48BC-AE1F-B68C9E50F07B}" dt="2022-11-23T22:32:54.504" v="121" actId="22"/>
          <ac:spMkLst>
            <pc:docMk/>
            <pc:sldMk cId="1882568541" sldId="272"/>
            <ac:spMk id="9" creationId="{09F733AC-CE33-83DA-523D-7EA10C04D80D}"/>
          </ac:spMkLst>
        </pc:spChg>
        <pc:graphicFrameChg chg="add del modGraphic">
          <ac:chgData name="Rahul P Girijan" userId="b765770cc417beb9" providerId="LiveId" clId="{FAC5A4D5-7543-48BC-AE1F-B68C9E50F07B}" dt="2022-11-23T22:32:43.283" v="119" actId="27309"/>
          <ac:graphicFrameMkLst>
            <pc:docMk/>
            <pc:sldMk cId="1882568541" sldId="272"/>
            <ac:graphicFrameMk id="7" creationId="{F34C0EEF-B084-9E8D-4E6A-8038E1810D7C}"/>
          </ac:graphicFrameMkLst>
        </pc:graphicFrameChg>
      </pc:sldChg>
      <pc:sldChg chg="modSp add mod">
        <pc:chgData name="Rahul P Girijan" userId="b765770cc417beb9" providerId="LiveId" clId="{FAC5A4D5-7543-48BC-AE1F-B68C9E50F07B}" dt="2022-11-23T22:50:25.664" v="221"/>
        <pc:sldMkLst>
          <pc:docMk/>
          <pc:sldMk cId="4240512090" sldId="273"/>
        </pc:sldMkLst>
        <pc:spChg chg="mod">
          <ac:chgData name="Rahul P Girijan" userId="b765770cc417beb9" providerId="LiveId" clId="{FAC5A4D5-7543-48BC-AE1F-B68C9E50F07B}" dt="2022-11-23T22:50:25.664" v="221"/>
          <ac:spMkLst>
            <pc:docMk/>
            <pc:sldMk cId="4240512090" sldId="273"/>
            <ac:spMk id="2" creationId="{A73C1719-A3F0-30E1-0966-276FE30B5EDA}"/>
          </ac:spMkLst>
        </pc:spChg>
        <pc:spChg chg="mod">
          <ac:chgData name="Rahul P Girijan" userId="b765770cc417beb9" providerId="LiveId" clId="{FAC5A4D5-7543-48BC-AE1F-B68C9E50F07B}" dt="2022-11-23T22:47:36.759" v="203" actId="20577"/>
          <ac:spMkLst>
            <pc:docMk/>
            <pc:sldMk cId="4240512090" sldId="273"/>
            <ac:spMk id="3" creationId="{8FE02112-97DE-87ED-D10B-CA7CEC1755DE}"/>
          </ac:spMkLst>
        </pc:spChg>
      </pc:sldChg>
      <pc:sldChg chg="modSp add mod">
        <pc:chgData name="Rahul P Girijan" userId="b765770cc417beb9" providerId="LiveId" clId="{FAC5A4D5-7543-48BC-AE1F-B68C9E50F07B}" dt="2022-11-23T22:50:40.312" v="222"/>
        <pc:sldMkLst>
          <pc:docMk/>
          <pc:sldMk cId="2587547371" sldId="274"/>
        </pc:sldMkLst>
        <pc:spChg chg="mod">
          <ac:chgData name="Rahul P Girijan" userId="b765770cc417beb9" providerId="LiveId" clId="{FAC5A4D5-7543-48BC-AE1F-B68C9E50F07B}" dt="2022-11-23T22:50:40.312" v="222"/>
          <ac:spMkLst>
            <pc:docMk/>
            <pc:sldMk cId="2587547371" sldId="274"/>
            <ac:spMk id="2" creationId="{A73C1719-A3F0-30E1-0966-276FE30B5EDA}"/>
          </ac:spMkLst>
        </pc:spChg>
        <pc:spChg chg="mod">
          <ac:chgData name="Rahul P Girijan" userId="b765770cc417beb9" providerId="LiveId" clId="{FAC5A4D5-7543-48BC-AE1F-B68C9E50F07B}" dt="2022-11-23T22:31:55.210" v="117" actId="2710"/>
          <ac:spMkLst>
            <pc:docMk/>
            <pc:sldMk cId="2587547371" sldId="274"/>
            <ac:spMk id="3" creationId="{8FE02112-97DE-87ED-D10B-CA7CEC1755DE}"/>
          </ac:spMkLst>
        </pc:spChg>
      </pc:sldChg>
      <pc:sldChg chg="addSp delSp modSp add mod ord">
        <pc:chgData name="Rahul P Girijan" userId="b765770cc417beb9" providerId="LiveId" clId="{FAC5A4D5-7543-48BC-AE1F-B68C9E50F07B}" dt="2022-11-23T22:50:50.124" v="223"/>
        <pc:sldMkLst>
          <pc:docMk/>
          <pc:sldMk cId="1921767002" sldId="275"/>
        </pc:sldMkLst>
        <pc:spChg chg="mod">
          <ac:chgData name="Rahul P Girijan" userId="b765770cc417beb9" providerId="LiveId" clId="{FAC5A4D5-7543-48BC-AE1F-B68C9E50F07B}" dt="2022-11-23T22:50:50.124" v="223"/>
          <ac:spMkLst>
            <pc:docMk/>
            <pc:sldMk cId="1921767002" sldId="275"/>
            <ac:spMk id="2" creationId="{A73C1719-A3F0-30E1-0966-276FE30B5EDA}"/>
          </ac:spMkLst>
        </pc:spChg>
        <pc:spChg chg="mod">
          <ac:chgData name="Rahul P Girijan" userId="b765770cc417beb9" providerId="LiveId" clId="{FAC5A4D5-7543-48BC-AE1F-B68C9E50F07B}" dt="2022-11-23T22:33:40.754" v="129" actId="20577"/>
          <ac:spMkLst>
            <pc:docMk/>
            <pc:sldMk cId="1921767002" sldId="275"/>
            <ac:spMk id="3" creationId="{8FE02112-97DE-87ED-D10B-CA7CEC1755DE}"/>
          </ac:spMkLst>
        </pc:spChg>
        <pc:picChg chg="add mod">
          <ac:chgData name="Rahul P Girijan" userId="b765770cc417beb9" providerId="LiveId" clId="{FAC5A4D5-7543-48BC-AE1F-B68C9E50F07B}" dt="2022-11-23T22:39:33.279" v="160" actId="14100"/>
          <ac:picMkLst>
            <pc:docMk/>
            <pc:sldMk cId="1921767002" sldId="275"/>
            <ac:picMk id="6" creationId="{E052B95F-54AC-36FD-92D6-1BC66C9C8444}"/>
          </ac:picMkLst>
        </pc:picChg>
        <pc:picChg chg="add del mod">
          <ac:chgData name="Rahul P Girijan" userId="b765770cc417beb9" providerId="LiveId" clId="{FAC5A4D5-7543-48BC-AE1F-B68C9E50F07B}" dt="2022-11-23T22:34:20.186" v="133" actId="478"/>
          <ac:picMkLst>
            <pc:docMk/>
            <pc:sldMk cId="1921767002" sldId="275"/>
            <ac:picMk id="7" creationId="{F2E0A5A7-3153-DBEC-0A73-7666781E87D4}"/>
          </ac:picMkLst>
        </pc:picChg>
      </pc:sldChg>
      <pc:sldChg chg="addSp delSp modSp add mod">
        <pc:chgData name="Rahul P Girijan" userId="b765770cc417beb9" providerId="LiveId" clId="{FAC5A4D5-7543-48BC-AE1F-B68C9E50F07B}" dt="2022-11-23T22:40:01.109" v="163" actId="1076"/>
        <pc:sldMkLst>
          <pc:docMk/>
          <pc:sldMk cId="3376955806" sldId="276"/>
        </pc:sldMkLst>
        <pc:spChg chg="add mod">
          <ac:chgData name="Rahul P Girijan" userId="b765770cc417beb9" providerId="LiveId" clId="{FAC5A4D5-7543-48BC-AE1F-B68C9E50F07B}" dt="2022-11-23T22:39:50.608" v="162" actId="1076"/>
          <ac:spMkLst>
            <pc:docMk/>
            <pc:sldMk cId="3376955806" sldId="276"/>
            <ac:spMk id="7" creationId="{4C2B97F5-57C7-F857-EFF0-9E4451DEEBDA}"/>
          </ac:spMkLst>
        </pc:spChg>
        <pc:spChg chg="add mod">
          <ac:chgData name="Rahul P Girijan" userId="b765770cc417beb9" providerId="LiveId" clId="{FAC5A4D5-7543-48BC-AE1F-B68C9E50F07B}" dt="2022-11-23T22:40:01.109" v="163" actId="1076"/>
          <ac:spMkLst>
            <pc:docMk/>
            <pc:sldMk cId="3376955806" sldId="276"/>
            <ac:spMk id="8" creationId="{CE9F106C-37E6-6239-CD97-E28DEA978FFC}"/>
          </ac:spMkLst>
        </pc:spChg>
        <pc:picChg chg="del">
          <ac:chgData name="Rahul P Girijan" userId="b765770cc417beb9" providerId="LiveId" clId="{FAC5A4D5-7543-48BC-AE1F-B68C9E50F07B}" dt="2022-11-23T22:34:29.553" v="135" actId="478"/>
          <ac:picMkLst>
            <pc:docMk/>
            <pc:sldMk cId="3376955806" sldId="276"/>
            <ac:picMk id="6" creationId="{E052B95F-54AC-36FD-92D6-1BC66C9C8444}"/>
          </ac:picMkLst>
        </pc:picChg>
        <pc:picChg chg="add mod">
          <ac:chgData name="Rahul P Girijan" userId="b765770cc417beb9" providerId="LiveId" clId="{FAC5A4D5-7543-48BC-AE1F-B68C9E50F07B}" dt="2022-11-23T22:37:54.288" v="155" actId="1076"/>
          <ac:picMkLst>
            <pc:docMk/>
            <pc:sldMk cId="3376955806" sldId="276"/>
            <ac:picMk id="9" creationId="{25C2764D-D6D9-C485-1E4E-A9D73C81E741}"/>
          </ac:picMkLst>
        </pc:picChg>
        <pc:picChg chg="add mod">
          <ac:chgData name="Rahul P Girijan" userId="b765770cc417beb9" providerId="LiveId" clId="{FAC5A4D5-7543-48BC-AE1F-B68C9E50F07B}" dt="2022-11-23T22:38:19.930" v="157" actId="1076"/>
          <ac:picMkLst>
            <pc:docMk/>
            <pc:sldMk cId="3376955806" sldId="276"/>
            <ac:picMk id="10" creationId="{12BA5264-C3E6-A2FB-23F1-32855D10EE8B}"/>
          </ac:picMkLst>
        </pc:picChg>
      </pc:sldChg>
      <pc:sldChg chg="modSp add mod">
        <pc:chgData name="Rahul P Girijan" userId="b765770cc417beb9" providerId="LiveId" clId="{FAC5A4D5-7543-48BC-AE1F-B68C9E50F07B}" dt="2022-11-23T22:46:45.079" v="196" actId="12"/>
        <pc:sldMkLst>
          <pc:docMk/>
          <pc:sldMk cId="3367519249" sldId="277"/>
        </pc:sldMkLst>
        <pc:spChg chg="mod">
          <ac:chgData name="Rahul P Girijan" userId="b765770cc417beb9" providerId="LiveId" clId="{FAC5A4D5-7543-48BC-AE1F-B68C9E50F07B}" dt="2022-11-23T22:46:45.079" v="196" actId="12"/>
          <ac:spMkLst>
            <pc:docMk/>
            <pc:sldMk cId="3367519249" sldId="277"/>
            <ac:spMk id="3" creationId="{8FE02112-97DE-87ED-D10B-CA7CEC1755DE}"/>
          </ac:spMkLst>
        </pc:spChg>
      </pc:sldChg>
      <pc:sldChg chg="addSp delSp modSp add mod ord modClrScheme chgLayout">
        <pc:chgData name="Rahul P Girijan" userId="b765770cc417beb9" providerId="LiveId" clId="{FAC5A4D5-7543-48BC-AE1F-B68C9E50F07B}" dt="2022-11-23T23:03:10.756" v="282" actId="14100"/>
        <pc:sldMkLst>
          <pc:docMk/>
          <pc:sldMk cId="1512325004" sldId="278"/>
        </pc:sldMkLst>
        <pc:spChg chg="del mod">
          <ac:chgData name="Rahul P Girijan" userId="b765770cc417beb9" providerId="LiveId" clId="{FAC5A4D5-7543-48BC-AE1F-B68C9E50F07B}" dt="2022-11-23T22:56:38.189" v="275" actId="700"/>
          <ac:spMkLst>
            <pc:docMk/>
            <pc:sldMk cId="1512325004" sldId="278"/>
            <ac:spMk id="2" creationId="{E54D6A6E-E690-9128-2F74-30D3E02DEFDF}"/>
          </ac:spMkLst>
        </pc:spChg>
        <pc:spChg chg="del mod">
          <ac:chgData name="Rahul P Girijan" userId="b765770cc417beb9" providerId="LiveId" clId="{FAC5A4D5-7543-48BC-AE1F-B68C9E50F07B}" dt="2022-11-23T22:56:38.189" v="275" actId="700"/>
          <ac:spMkLst>
            <pc:docMk/>
            <pc:sldMk cId="1512325004" sldId="278"/>
            <ac:spMk id="3" creationId="{EE9081DB-6D1A-FBAC-B728-DE02931F25F1}"/>
          </ac:spMkLst>
        </pc:spChg>
        <pc:picChg chg="add del mod">
          <ac:chgData name="Rahul P Girijan" userId="b765770cc417beb9" providerId="LiveId" clId="{FAC5A4D5-7543-48BC-AE1F-B68C9E50F07B}" dt="2022-11-23T23:02:26.759" v="279" actId="478"/>
          <ac:picMkLst>
            <pc:docMk/>
            <pc:sldMk cId="1512325004" sldId="278"/>
            <ac:picMk id="7" creationId="{1C132EEB-3C97-ED9F-9DD7-0B618DCCC327}"/>
          </ac:picMkLst>
        </pc:picChg>
        <pc:picChg chg="add mod">
          <ac:chgData name="Rahul P Girijan" userId="b765770cc417beb9" providerId="LiveId" clId="{FAC5A4D5-7543-48BC-AE1F-B68C9E50F07B}" dt="2022-11-23T23:03:10.756" v="282" actId="14100"/>
          <ac:picMkLst>
            <pc:docMk/>
            <pc:sldMk cId="1512325004" sldId="278"/>
            <ac:picMk id="9" creationId="{15D8D388-950C-2206-C89A-4761A264A9C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BEF7B-3C85-4DF5-BD9E-97981E20BE71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6ADEAE-FD7A-493C-9916-604EF68F9D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305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ADEAE-FD7A-493C-9916-604EF68F9D5F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2571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853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4621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14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65083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9637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637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379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93266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180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638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4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8FFAED-E986-4636-93B7-A952969B91ED}" type="datetimeFigureOut">
              <a:rPr lang="LID4096" smtClean="0"/>
              <a:t>11/24/2022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83DDCE3-EBC6-417B-9020-F80AA404E479}" type="slidenum">
              <a:rPr lang="LID4096" smtClean="0"/>
              <a:t>‹#›</a:t>
            </a:fld>
            <a:endParaRPr lang="LID4096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700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D1D60-AE29-0E45-802F-0586D5C6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86" y="2046509"/>
            <a:ext cx="11636828" cy="2224186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GUI CONTROLLED TIME SEREIS FORECASTING</a:t>
            </a:r>
            <a:endParaRPr lang="LID4096" sz="72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8D9D4-9E9D-47C8-3163-47D6A52DA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4329" y="3980996"/>
            <a:ext cx="11667671" cy="2362799"/>
          </a:xfrm>
        </p:spPr>
        <p:txBody>
          <a:bodyPr>
            <a:normAutofit fontScale="62500" lnSpcReduction="20000"/>
          </a:bodyPr>
          <a:lstStyle/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</a:t>
            </a:r>
          </a:p>
          <a:p>
            <a:pPr algn="l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</a:t>
            </a:r>
          </a:p>
          <a:p>
            <a:pPr algn="l"/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r>
              <a:rPr lang="en-US" sz="3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ASHIKH KADAVATH                                                                                           </a:t>
            </a:r>
          </a:p>
          <a:p>
            <a:pPr algn="l"/>
            <a:r>
              <a:rPr lang="en-US" sz="3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ARUN THAVRAMKUNNATH ASHOKAN                                                                           PROF. DR. JURGEN WITTMANN</a:t>
            </a:r>
          </a:p>
          <a:p>
            <a:pPr algn="l"/>
            <a:r>
              <a:rPr lang="en-US" sz="3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MUHAMMED IBRAHIM</a:t>
            </a:r>
          </a:p>
          <a:p>
            <a:pPr algn="l"/>
            <a:r>
              <a:rPr lang="en-US" sz="31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RAHUL PLANTHOTTATHUKUNNEL GIRIJAN</a:t>
            </a:r>
          </a:p>
          <a:p>
            <a:pPr algn="l"/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0FA42-E57E-4515-EE50-03EC2136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7" y="6508732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32C539-6B96-B7A4-80DD-A364452DD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68802"/>
            <a:ext cx="2977808" cy="631371"/>
          </a:xfrm>
          <a:prstGeom prst="rect">
            <a:avLst/>
          </a:prstGeo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2BE9B5E-6E87-61FE-8C68-7263305A919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02" b="43002"/>
          <a:stretch>
            <a:fillRect/>
          </a:stretch>
        </p:blipFill>
        <p:spPr>
          <a:xfrm>
            <a:off x="0" y="865188"/>
            <a:ext cx="12188825" cy="1279525"/>
          </a:xfrm>
        </p:spPr>
      </p:pic>
    </p:spTree>
    <p:extLst>
      <p:ext uri="{BB962C8B-B14F-4D97-AF65-F5344CB8AC3E}">
        <p14:creationId xmlns:p14="http://schemas.microsoft.com/office/powerpoint/2010/main" val="50347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5304-4B69-837C-D621-00F6681B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A1A5-C5ED-617C-15A1-203827ED5A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UPDATE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SERIES MODEL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E6C03-2A3B-2565-5003-35A6A4210B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 DIAGRAM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AND APPLICATION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RISKS AND LIMITATIONS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TIMELINE</a:t>
            </a:r>
          </a:p>
          <a:p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53EDA-6DF8-3E10-37A4-CFB3B8F76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8732"/>
            <a:ext cx="2540131" cy="349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CF2A1B-9869-21CF-E61C-62379FA11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50138"/>
            <a:ext cx="2977808" cy="6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033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1719-A3F0-30E1-0966-276FE30B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2112-97DE-87ED-D10B-CA7CEC175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 used for informing the users about the expected weather conditions.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used to plan our day to day activities to make our daily decisions and may even help keep us out of danger.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38937-AB71-490F-66C3-9DBF3765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81F80-0FF6-E6D4-3D26-D9CB779F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9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1719-A3F0-30E1-0966-276FE30B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UPDATE</a:t>
            </a:r>
            <a:endParaRPr lang="LID4096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2112-97DE-87ED-D10B-CA7CEC175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Literature Research </a:t>
            </a:r>
            <a:r>
              <a:rPr lang="en-US" sz="3200" b="1" dirty="0">
                <a:solidFill>
                  <a:srgbClr val="00B050"/>
                </a:solidFill>
              </a:rPr>
              <a:t>✓</a:t>
            </a:r>
            <a:endParaRPr lang="en-US" b="1" dirty="0">
              <a:solidFill>
                <a:srgbClr val="00B050"/>
              </a:solidFill>
            </a:endParaRP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Define execution </a:t>
            </a:r>
            <a:r>
              <a:rPr lang="en-US" sz="3200" b="1" dirty="0">
                <a:solidFill>
                  <a:srgbClr val="FFC000"/>
                </a:solidFill>
              </a:rPr>
              <a:t>✓</a:t>
            </a:r>
            <a:endParaRPr lang="en-US" b="1" dirty="0">
              <a:solidFill>
                <a:srgbClr val="FFC000"/>
              </a:solidFill>
            </a:endParaRP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Model building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sz="3200" b="1" dirty="0">
                <a:solidFill>
                  <a:srgbClr val="FFC000"/>
                </a:solidFill>
              </a:rPr>
              <a:t>✓</a:t>
            </a:r>
            <a:endParaRPr lang="en-US" dirty="0">
              <a:solidFill>
                <a:srgbClr val="FFC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38937-AB71-490F-66C3-9DBF3765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81F80-0FF6-E6D4-3D26-D9CB779F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68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1719-A3F0-30E1-0966-276FE30B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</a:t>
            </a:r>
            <a:endParaRPr lang="LID4096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2112-97DE-87ED-D10B-CA7CEC175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657718" cy="46634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ARIMA MODEL: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predict the future Weather of a particular city using python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 the data sets from previous weather data of the city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nonstationary data sets into the stationary data sets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Decide the ARIMA model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and train the Data sets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your Accuracy Metric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38937-AB71-490F-66C3-9DBF3765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81F80-0FF6-E6D4-3D26-D9CB779F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1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1719-A3F0-30E1-0966-276FE30B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2112-97DE-87ED-D10B-CA7CEC175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00" y="1737360"/>
            <a:ext cx="10967598" cy="4663440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GUI:</a:t>
            </a:r>
          </a:p>
          <a:p>
            <a:pPr marL="800100" lvl="1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Installing the required libraries using the pip package manager</a:t>
            </a:r>
          </a:p>
          <a:p>
            <a:pPr marL="800100" lvl="1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input component which defines the type of the input (file, textbox, image upload, etc.)</a:t>
            </a:r>
          </a:p>
          <a:p>
            <a:pPr marL="800100" lvl="1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output component defines the type of output (file, textbox, label, audio, etc.)</a:t>
            </a:r>
          </a:p>
          <a:p>
            <a:pPr marL="800100" lvl="1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callable function: the primary inference function applied to the input and rendered in the output. That function could be anything from a simple print to a pre-trained model</a:t>
            </a:r>
          </a:p>
          <a:p>
            <a:pPr marL="800100" lvl="1" indent="-342900" algn="just">
              <a:lnSpc>
                <a:spcPct val="170000"/>
              </a:lnSpc>
              <a:buFont typeface="+mj-lt"/>
              <a:buAutoNum type="arabicPeriod"/>
            </a:pPr>
            <a:r>
              <a:rPr lang="en-GB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launch() function is responsible for running the application</a:t>
            </a:r>
            <a:endParaRPr 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38937-AB71-490F-66C3-9DBF3765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81F80-0FF6-E6D4-3D26-D9CB779F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19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05B74-4D0C-52CD-0DA1-405317F3A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ABDB2C-FF31-D2C0-9DD9-C91AE082D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7249" y="3456260"/>
            <a:ext cx="1087782" cy="101108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939CA1-7BE8-5DD6-690D-C39E519A4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8DC837-7CB0-5736-71E2-FA7205275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B19B59-E1AB-F11F-9DC8-472683D094EB}"/>
              </a:ext>
            </a:extLst>
          </p:cNvPr>
          <p:cNvSpPr txBox="1"/>
          <p:nvPr/>
        </p:nvSpPr>
        <p:spPr>
          <a:xfrm>
            <a:off x="1172119" y="4517604"/>
            <a:ext cx="154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</a:t>
            </a:r>
            <a:endParaRPr lang="LID409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CC1D05-A31B-DC87-5085-1A1575B1A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1255" y="3456260"/>
            <a:ext cx="977950" cy="9207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C9659E-B71A-27DA-D9E5-E7F9080340EC}"/>
              </a:ext>
            </a:extLst>
          </p:cNvPr>
          <p:cNvSpPr txBox="1"/>
          <p:nvPr/>
        </p:nvSpPr>
        <p:spPr>
          <a:xfrm>
            <a:off x="3851962" y="451760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 SPEED</a:t>
            </a:r>
            <a:endParaRPr lang="LID4096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6F2068-5E48-85FA-2586-BA1ECF7C1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204" y="3456260"/>
            <a:ext cx="857294" cy="92079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0BE966-9CD7-BD13-BD01-386F0A116B41}"/>
              </a:ext>
            </a:extLst>
          </p:cNvPr>
          <p:cNvSpPr txBox="1"/>
          <p:nvPr/>
        </p:nvSpPr>
        <p:spPr>
          <a:xfrm>
            <a:off x="6484250" y="4379104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RELATIVE </a:t>
            </a:r>
          </a:p>
          <a:p>
            <a:r>
              <a:rPr lang="en-US" dirty="0"/>
              <a:t>HUMIDITY</a:t>
            </a:r>
            <a:endParaRPr lang="LID4096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841055-0D1E-316F-4BD0-2C37DF36F1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6962" y="3378907"/>
            <a:ext cx="1073205" cy="107550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95E010-3622-9BBA-A078-0F74F23800FF}"/>
              </a:ext>
            </a:extLst>
          </p:cNvPr>
          <p:cNvSpPr txBox="1"/>
          <p:nvPr/>
        </p:nvSpPr>
        <p:spPr>
          <a:xfrm>
            <a:off x="8592355" y="4517604"/>
            <a:ext cx="158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PRECIPITATION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F7B22-366E-5CA7-CE0C-862ADD3426B9}"/>
              </a:ext>
            </a:extLst>
          </p:cNvPr>
          <p:cNvSpPr txBox="1"/>
          <p:nvPr/>
        </p:nvSpPr>
        <p:spPr>
          <a:xfrm>
            <a:off x="1270065" y="2148028"/>
            <a:ext cx="86432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B0F0"/>
              </a:buClr>
              <a:buFont typeface="Wingdings" panose="05000000000000000000" pitchFamily="2" charset="2"/>
              <a:buChar char="Ø"/>
            </a:pP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Years + Dataset collected</a:t>
            </a:r>
            <a:r>
              <a:rPr lang="en-US" dirty="0"/>
              <a:t>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94074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1719-A3F0-30E1-0966-276FE30B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STRUCTURE</a:t>
            </a:r>
            <a:endParaRPr lang="LID4096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2112-97DE-87ED-D10B-CA7CEC175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GB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 and Execution </a:t>
            </a:r>
          </a:p>
          <a:p>
            <a:pPr marL="0" lvl="0" indent="0">
              <a:lnSpc>
                <a:spcPct val="200000"/>
              </a:lnSpc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Importing Libraries--&gt;Reading collected data--&gt; Checking for stationarity-- &gt;Executing the Arima Model  --&gt;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 Regression, Integrated, Moving Average--&gt;Splitting the Data Set for Training and Testing--&gt; --&gt; train the model -- &gt;evaluate model--&gt; Save the model 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38937-AB71-490F-66C3-9DBF3765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81F80-0FF6-E6D4-3D26-D9CB779F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47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1719-A3F0-30E1-0966-276FE30B5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03200"/>
            <a:ext cx="10070592" cy="2084832"/>
          </a:xfrm>
        </p:spPr>
        <p:txBody>
          <a:bodyPr/>
          <a:lstStyle/>
          <a:p>
            <a:r>
              <a:rPr lang="en-US" cap="non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SERIES MODEL</a:t>
            </a:r>
            <a:endParaRPr lang="LID4096" cap="non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2112-97DE-87ED-D10B-CA7CEC175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38937-AB71-490F-66C3-9DBF3765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81F80-0FF6-E6D4-3D26-D9CB779F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  <p:pic>
        <p:nvPicPr>
          <p:cNvPr id="6" name="Content Placeholder 9" descr="Chart, line chart&#10;&#10;Description automatically generated">
            <a:extLst>
              <a:ext uri="{FF2B5EF4-FFF2-40B4-BE49-F238E27FC236}">
                <a16:creationId xmlns:a16="http://schemas.microsoft.com/office/drawing/2014/main" id="{E052B95F-54AC-36FD-92D6-1BC66C9C8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700" y="1573371"/>
            <a:ext cx="5638800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67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1719-A3F0-30E1-0966-276FE30B5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03200"/>
            <a:ext cx="10070592" cy="2084832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series model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2112-97DE-87ED-D10B-CA7CEC175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38937-AB71-490F-66C3-9DBF3765A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81F80-0FF6-E6D4-3D26-D9CB779F7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2B97F5-57C7-F857-EFF0-9E4451DEEBDA}"/>
              </a:ext>
            </a:extLst>
          </p:cNvPr>
          <p:cNvSpPr txBox="1"/>
          <p:nvPr/>
        </p:nvSpPr>
        <p:spPr>
          <a:xfrm>
            <a:off x="1549400" y="1326007"/>
            <a:ext cx="312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Stationary</a:t>
            </a:r>
            <a:endParaRPr lang="en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F106C-37E6-6239-CD97-E28DEA978FFC}"/>
              </a:ext>
            </a:extLst>
          </p:cNvPr>
          <p:cNvSpPr txBox="1"/>
          <p:nvPr/>
        </p:nvSpPr>
        <p:spPr>
          <a:xfrm>
            <a:off x="7662836" y="1229528"/>
            <a:ext cx="35590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 Stationary</a:t>
            </a:r>
            <a:endParaRPr lang="en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DE" sz="1800" b="1" dirty="0"/>
          </a:p>
          <a:p>
            <a:endParaRPr lang="LID4096" dirty="0"/>
          </a:p>
        </p:txBody>
      </p:sp>
      <p:pic>
        <p:nvPicPr>
          <p:cNvPr id="9" name="Content Placeholder 11" descr="Chart&#10;&#10;Description automatically generated">
            <a:extLst>
              <a:ext uri="{FF2B5EF4-FFF2-40B4-BE49-F238E27FC236}">
                <a16:creationId xmlns:a16="http://schemas.microsoft.com/office/drawing/2014/main" id="{25C2764D-D6D9-C485-1E4E-A9D73C81E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63" y="2140588"/>
            <a:ext cx="4807278" cy="3986209"/>
          </a:xfrm>
          <a:prstGeom prst="rect">
            <a:avLst/>
          </a:prstGeom>
        </p:spPr>
      </p:pic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12BA5264-C3E6-A2FB-23F1-32855D10E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600" y="2435630"/>
            <a:ext cx="5105400" cy="361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95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5CC2F-E9B8-3042-5E40-6A0829C74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901E5-F741-EADF-1068-32FD93D22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80605"/>
            <a:ext cx="7888116" cy="4362995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endParaRPr lang="en-US" sz="2400" b="1" i="0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standard Python interface to the GUI toolkit, and is included with Linux, Microsoft Windows and Mac OS X. The widgets available 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Tkinter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library are as follows:-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Containers- frame, top level, paned window.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Buttons- button, radio button, check button, menu button.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widget- label, label frame, massage, text.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Entry widgets- scale, scroll, list box, slider, spin box, entry(single line), text(multiline), and canvas(vector and pixel graphics).</a:t>
            </a:r>
          </a:p>
          <a:p>
            <a:pPr marL="128016" lvl="1" indent="0">
              <a:buNone/>
            </a:pP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LID4096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7C4E31-1EE2-0AED-2416-1D9DE93F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4F9192-E7DC-9C78-20A9-92DBE4FE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  <p:pic>
        <p:nvPicPr>
          <p:cNvPr id="1026" name="Picture 2" descr="Python Tkinter MessageBox-Example - IoTEDU">
            <a:extLst>
              <a:ext uri="{FF2B5EF4-FFF2-40B4-BE49-F238E27FC236}">
                <a16:creationId xmlns:a16="http://schemas.microsoft.com/office/drawing/2014/main" id="{FE076E77-4EB0-26BF-4D73-718143551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073" y="2424330"/>
            <a:ext cx="2980400" cy="3353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3841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B8F2-6039-2AE4-BAB3-7960171D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10944"/>
            <a:ext cx="10058400" cy="1450757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 DIAGRAM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DEFB6-B58E-40E7-3B81-27E754B18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4365" y="1780420"/>
            <a:ext cx="10058400" cy="47283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endParaRPr lang="en-US" b="0" i="0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LID4096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0FA5E3-E9B0-6ADA-E7D1-B18085632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8732"/>
            <a:ext cx="2540131" cy="349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FDBD87-D374-A4B6-F553-21F4D740C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9A1B0C-F8AF-0625-59E2-A08D5D215EE7}"/>
              </a:ext>
            </a:extLst>
          </p:cNvPr>
          <p:cNvSpPr/>
          <p:nvPr/>
        </p:nvSpPr>
        <p:spPr>
          <a:xfrm>
            <a:off x="5203369" y="2007245"/>
            <a:ext cx="2438399" cy="64709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Enter the Date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B2AC6-E9F3-4069-1B2F-E201C61AC3A0}"/>
              </a:ext>
            </a:extLst>
          </p:cNvPr>
          <p:cNvSpPr txBox="1"/>
          <p:nvPr/>
        </p:nvSpPr>
        <p:spPr>
          <a:xfrm>
            <a:off x="5747655" y="1655868"/>
            <a:ext cx="134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Device</a:t>
            </a:r>
            <a:endParaRPr lang="LID4096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EA75E3-FE1A-C2E1-0CE0-8E337935D074}"/>
              </a:ext>
            </a:extLst>
          </p:cNvPr>
          <p:cNvSpPr/>
          <p:nvPr/>
        </p:nvSpPr>
        <p:spPr>
          <a:xfrm>
            <a:off x="5270429" y="3115665"/>
            <a:ext cx="2438399" cy="6942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Request for weather forecast</a:t>
            </a:r>
            <a:endParaRPr lang="LID4096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E32CB8-E25D-D1ED-F3C4-C3FFE57A0DF2}"/>
              </a:ext>
            </a:extLst>
          </p:cNvPr>
          <p:cNvSpPr/>
          <p:nvPr/>
        </p:nvSpPr>
        <p:spPr>
          <a:xfrm>
            <a:off x="5193462" y="4270966"/>
            <a:ext cx="2438399" cy="6942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Open weather- ARIMA Model</a:t>
            </a:r>
            <a:endParaRPr lang="LID4096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EA1C8F-62DA-7CE9-C372-B3F95FBF47EE}"/>
              </a:ext>
            </a:extLst>
          </p:cNvPr>
          <p:cNvSpPr/>
          <p:nvPr/>
        </p:nvSpPr>
        <p:spPr>
          <a:xfrm>
            <a:off x="2509158" y="5158082"/>
            <a:ext cx="1355273" cy="116947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Current weather</a:t>
            </a:r>
            <a:endParaRPr lang="LID4096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E02465-685A-B39C-CFB0-5B049DAD519B}"/>
              </a:ext>
            </a:extLst>
          </p:cNvPr>
          <p:cNvSpPr/>
          <p:nvPr/>
        </p:nvSpPr>
        <p:spPr>
          <a:xfrm>
            <a:off x="9067800" y="5119980"/>
            <a:ext cx="1466308" cy="12500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Weather Forecast</a:t>
            </a:r>
            <a:endParaRPr lang="LID4096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BA1F2F-1239-FA4C-B7EB-7D454B132BFB}"/>
              </a:ext>
            </a:extLst>
          </p:cNvPr>
          <p:cNvSpPr txBox="1"/>
          <p:nvPr/>
        </p:nvSpPr>
        <p:spPr>
          <a:xfrm>
            <a:off x="2567943" y="3014765"/>
            <a:ext cx="38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0F5D0B-F5DE-CB34-B265-E02A36087A77}"/>
              </a:ext>
            </a:extLst>
          </p:cNvPr>
          <p:cNvSpPr txBox="1"/>
          <p:nvPr/>
        </p:nvSpPr>
        <p:spPr>
          <a:xfrm>
            <a:off x="2720343" y="3167165"/>
            <a:ext cx="38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3CB2AD-5788-4040-F674-8C4F49F2E3C6}"/>
              </a:ext>
            </a:extLst>
          </p:cNvPr>
          <p:cNvSpPr txBox="1"/>
          <p:nvPr/>
        </p:nvSpPr>
        <p:spPr>
          <a:xfrm>
            <a:off x="415078" y="3004732"/>
            <a:ext cx="554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Sending Response back to user</a:t>
            </a:r>
            <a:endParaRPr lang="LID4096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4DD7BF-C366-A7EC-F764-5422F18284ED}"/>
              </a:ext>
            </a:extLst>
          </p:cNvPr>
          <p:cNvSpPr txBox="1"/>
          <p:nvPr/>
        </p:nvSpPr>
        <p:spPr>
          <a:xfrm>
            <a:off x="3025143" y="3471965"/>
            <a:ext cx="38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LID4096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08FDF5-41EF-E63B-EB37-244222FCB5BF}"/>
              </a:ext>
            </a:extLst>
          </p:cNvPr>
          <p:cNvSpPr txBox="1"/>
          <p:nvPr/>
        </p:nvSpPr>
        <p:spPr>
          <a:xfrm>
            <a:off x="8867500" y="2163884"/>
            <a:ext cx="1027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 End</a:t>
            </a:r>
            <a:endParaRPr lang="LID4096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558878-6692-D858-1DEC-FADDABC81DD3}"/>
              </a:ext>
            </a:extLst>
          </p:cNvPr>
          <p:cNvSpPr txBox="1"/>
          <p:nvPr/>
        </p:nvSpPr>
        <p:spPr>
          <a:xfrm>
            <a:off x="8867500" y="4445375"/>
            <a:ext cx="10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 End</a:t>
            </a:r>
            <a:endParaRPr lang="LID4096" dirty="0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8C7324BA-CA07-D418-449C-E20A2CB8F43C}"/>
              </a:ext>
            </a:extLst>
          </p:cNvPr>
          <p:cNvSpPr/>
          <p:nvPr/>
        </p:nvSpPr>
        <p:spPr>
          <a:xfrm>
            <a:off x="6180253" y="2664343"/>
            <a:ext cx="484632" cy="441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924E1D37-5F6C-6DD4-5B76-165929C3E20D}"/>
              </a:ext>
            </a:extLst>
          </p:cNvPr>
          <p:cNvSpPr/>
          <p:nvPr/>
        </p:nvSpPr>
        <p:spPr>
          <a:xfrm>
            <a:off x="6170346" y="3794193"/>
            <a:ext cx="484632" cy="4413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B041309-B082-4A4F-D837-33CB93BA3D76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631861" y="4618101"/>
            <a:ext cx="1426032" cy="11814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D6BA9DAD-9749-1496-CCDA-1E8235D5F7D2}"/>
              </a:ext>
            </a:extLst>
          </p:cNvPr>
          <p:cNvCxnSpPr>
            <a:cxnSpLocks/>
            <a:stCxn id="11" idx="1"/>
            <a:endCxn id="12" idx="6"/>
          </p:cNvCxnSpPr>
          <p:nvPr/>
        </p:nvCxnSpPr>
        <p:spPr>
          <a:xfrm rot="10800000" flipV="1">
            <a:off x="3864432" y="4618101"/>
            <a:ext cx="1329031" cy="11247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3DE67AC-32FF-762A-8729-F94C4440D466}"/>
              </a:ext>
            </a:extLst>
          </p:cNvPr>
          <p:cNvCxnSpPr>
            <a:cxnSpLocks/>
          </p:cNvCxnSpPr>
          <p:nvPr/>
        </p:nvCxnSpPr>
        <p:spPr>
          <a:xfrm flipH="1">
            <a:off x="3406141" y="4354286"/>
            <a:ext cx="178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0B39E9D-B987-D131-032A-71FC346D1FC3}"/>
              </a:ext>
            </a:extLst>
          </p:cNvPr>
          <p:cNvCxnSpPr/>
          <p:nvPr/>
        </p:nvCxnSpPr>
        <p:spPr>
          <a:xfrm flipV="1">
            <a:off x="3406141" y="2246367"/>
            <a:ext cx="0" cy="2107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BAD2E8D-6C31-B53B-FDC0-72D7DE718A3A}"/>
              </a:ext>
            </a:extLst>
          </p:cNvPr>
          <p:cNvCxnSpPr/>
          <p:nvPr/>
        </p:nvCxnSpPr>
        <p:spPr>
          <a:xfrm>
            <a:off x="3406141" y="2246367"/>
            <a:ext cx="1787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431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F4B4-C452-397E-DC9C-E7201E4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13546"/>
            <a:ext cx="9720072" cy="1499616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system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E74BDB-48DE-54E4-7297-8C06F964B2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834697"/>
            <a:ext cx="6109380" cy="440975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C85210-D26A-6E27-A00B-3D0BABED8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8732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3C0E8E-2E27-4890-EF21-7D18C3806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61FE1D-2CEA-F03B-7D76-938298609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886" y="1834696"/>
            <a:ext cx="5464628" cy="440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79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AAFD-A4F0-7F53-EDE5-2969D1D0C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024" y="631371"/>
            <a:ext cx="9720072" cy="1499616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and application</a:t>
            </a:r>
            <a:endParaRPr lang="LID4096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5230-B867-A984-4F09-BD7D11B85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08732"/>
            <a:ext cx="2540131" cy="3492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8096E6-EDE8-82C8-2FC5-B7AE997F9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520202-07FD-2DA5-857A-D28BEFAB6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1861457"/>
            <a:ext cx="10601815" cy="4647275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predict large scale patterns and transitions in advance one month.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planting and harvesting their crops, farmers need information to help them plan.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order schedule flight, airlines needs the local weather conditions.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the use of rich icons user experience can be further enhanced. For instance, sun icon for sunny day, moon can show nighttime, clouds indicate foggy weather.</a:t>
            </a:r>
          </a:p>
          <a:p>
            <a:pPr>
              <a:buFont typeface="Wingdings" panose="05000000000000000000" pitchFamily="2" charset="2"/>
              <a:buChar char="Ø"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91144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6A6E-E690-9128-2F74-30D3E02DE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RISKS AND LIMITATIONS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081DB-6D1A-FBAC-B728-DE02931F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timist"/>
              </a:rPr>
              <a:t>Poorer performance for long term forecasts.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timist"/>
              </a:rPr>
              <a:t>Cannot be used for seasonal time series.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Optimist"/>
              </a:rPr>
              <a:t>Difficult to predict turning points.</a:t>
            </a:r>
          </a:p>
          <a:p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BBC97E-B24A-DC48-D105-81E5E0BD9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6992FA-E9D3-47AC-7D08-CA44E5D73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84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C369-DB34-5BCC-A874-976DDD30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99474"/>
            <a:ext cx="9720072" cy="1499616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TIMELINE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E935E4-FDFD-E2C8-D52F-5B6C3CB56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5E996D-D962-378B-B6FE-9A5B3335C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15F676E-86A3-AA3C-BF58-298B57760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357" y="1981199"/>
            <a:ext cx="10705699" cy="427732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endParaRPr lang="LID4096" dirty="0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A8C56814-123A-731A-9033-8E5F094DCE5E}"/>
              </a:ext>
            </a:extLst>
          </p:cNvPr>
          <p:cNvSpPr/>
          <p:nvPr/>
        </p:nvSpPr>
        <p:spPr>
          <a:xfrm>
            <a:off x="3457140" y="4246098"/>
            <a:ext cx="1097280" cy="281354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003">
            <a:schemeClr val="dk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10/112022</a:t>
            </a:r>
            <a:endParaRPr lang="en-DE" sz="1200" b="1" dirty="0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318591C3-D335-E968-E3C4-2C4A54727D06}"/>
              </a:ext>
            </a:extLst>
          </p:cNvPr>
          <p:cNvSpPr/>
          <p:nvPr/>
        </p:nvSpPr>
        <p:spPr>
          <a:xfrm>
            <a:off x="4619484" y="4246098"/>
            <a:ext cx="1097280" cy="281354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17/11/2022</a:t>
            </a:r>
            <a:endParaRPr lang="en-DE" sz="1200" b="1" dirty="0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EF25A42B-B087-575B-03AD-2FE9A5C00B62}"/>
              </a:ext>
            </a:extLst>
          </p:cNvPr>
          <p:cNvSpPr/>
          <p:nvPr/>
        </p:nvSpPr>
        <p:spPr>
          <a:xfrm>
            <a:off x="5753693" y="4260166"/>
            <a:ext cx="1097280" cy="281354"/>
          </a:xfrm>
          <a:prstGeom prst="homePlat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24/11/2022</a:t>
            </a:r>
            <a:endParaRPr lang="en-DE" sz="1200" b="1" dirty="0">
              <a:solidFill>
                <a:srgbClr val="FF0000"/>
              </a:solidFill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02A61027-C0FD-176C-10E0-D49AE66FB34C}"/>
              </a:ext>
            </a:extLst>
          </p:cNvPr>
          <p:cNvSpPr/>
          <p:nvPr/>
        </p:nvSpPr>
        <p:spPr>
          <a:xfrm>
            <a:off x="8148128" y="4255477"/>
            <a:ext cx="1097280" cy="281354"/>
          </a:xfrm>
          <a:prstGeom prst="homePlat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22/12/2022</a:t>
            </a:r>
            <a:endParaRPr lang="en-DE" sz="1200" b="1" dirty="0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2DF6FF1C-6548-A233-A2EE-FACDE4EFBBDB}"/>
              </a:ext>
            </a:extLst>
          </p:cNvPr>
          <p:cNvSpPr/>
          <p:nvPr/>
        </p:nvSpPr>
        <p:spPr>
          <a:xfrm>
            <a:off x="9300212" y="4246098"/>
            <a:ext cx="1097280" cy="281354"/>
          </a:xfrm>
          <a:prstGeom prst="homePlat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25/01/2023</a:t>
            </a:r>
            <a:endParaRPr lang="en-DE" sz="1200" b="1" dirty="0"/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3577F55B-DBB7-4621-6BA5-A9D9EB28F900}"/>
              </a:ext>
            </a:extLst>
          </p:cNvPr>
          <p:cNvSpPr/>
          <p:nvPr/>
        </p:nvSpPr>
        <p:spPr>
          <a:xfrm>
            <a:off x="2305345" y="4255477"/>
            <a:ext cx="1097280" cy="281354"/>
          </a:xfrm>
          <a:prstGeom prst="homePlat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03/11/2022</a:t>
            </a:r>
            <a:endParaRPr lang="en-DE" sz="1200" b="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A603F0-BFBD-2A88-09D2-7E50CC80C9DE}"/>
              </a:ext>
            </a:extLst>
          </p:cNvPr>
          <p:cNvCxnSpPr>
            <a:cxnSpLocks/>
          </p:cNvCxnSpPr>
          <p:nvPr/>
        </p:nvCxnSpPr>
        <p:spPr>
          <a:xfrm>
            <a:off x="1631853" y="4529797"/>
            <a:ext cx="0" cy="7596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6659AA-D408-0579-03EC-E72B28299B22}"/>
              </a:ext>
            </a:extLst>
          </p:cNvPr>
          <p:cNvCxnSpPr>
            <a:cxnSpLocks/>
          </p:cNvCxnSpPr>
          <p:nvPr/>
        </p:nvCxnSpPr>
        <p:spPr>
          <a:xfrm>
            <a:off x="8696768" y="4536831"/>
            <a:ext cx="0" cy="759655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19F05A-BF01-7FB1-3738-4B4A00B9766B}"/>
              </a:ext>
            </a:extLst>
          </p:cNvPr>
          <p:cNvCxnSpPr>
            <a:cxnSpLocks/>
          </p:cNvCxnSpPr>
          <p:nvPr/>
        </p:nvCxnSpPr>
        <p:spPr>
          <a:xfrm>
            <a:off x="7474631" y="3538024"/>
            <a:ext cx="0" cy="75965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EE0BB2C-567B-FDFB-EC23-D346CE894708}"/>
              </a:ext>
            </a:extLst>
          </p:cNvPr>
          <p:cNvCxnSpPr>
            <a:cxnSpLocks/>
          </p:cNvCxnSpPr>
          <p:nvPr/>
        </p:nvCxnSpPr>
        <p:spPr>
          <a:xfrm>
            <a:off x="6300450" y="4494628"/>
            <a:ext cx="0" cy="75965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63F868-AA97-81F0-152B-77015F0F26E4}"/>
              </a:ext>
            </a:extLst>
          </p:cNvPr>
          <p:cNvCxnSpPr>
            <a:cxnSpLocks/>
          </p:cNvCxnSpPr>
          <p:nvPr/>
        </p:nvCxnSpPr>
        <p:spPr>
          <a:xfrm>
            <a:off x="4005780" y="4527451"/>
            <a:ext cx="0" cy="75965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B732E3-981A-A9DB-0C52-18B4588EB080}"/>
              </a:ext>
            </a:extLst>
          </p:cNvPr>
          <p:cNvCxnSpPr>
            <a:cxnSpLocks/>
          </p:cNvCxnSpPr>
          <p:nvPr/>
        </p:nvCxnSpPr>
        <p:spPr>
          <a:xfrm>
            <a:off x="2853985" y="3486443"/>
            <a:ext cx="0" cy="7596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7080190-1514-DFA9-32A8-0F9D44DB56FF}"/>
              </a:ext>
            </a:extLst>
          </p:cNvPr>
          <p:cNvSpPr txBox="1"/>
          <p:nvPr/>
        </p:nvSpPr>
        <p:spPr>
          <a:xfrm>
            <a:off x="5410908" y="5214423"/>
            <a:ext cx="208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Presentation Status</a:t>
            </a:r>
            <a:endParaRPr lang="en-DE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DDEBCF-61A2-D1FB-07C1-6BA4506CA46D}"/>
              </a:ext>
            </a:extLst>
          </p:cNvPr>
          <p:cNvSpPr txBox="1"/>
          <p:nvPr/>
        </p:nvSpPr>
        <p:spPr>
          <a:xfrm>
            <a:off x="909358" y="5196544"/>
            <a:ext cx="190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Literature search</a:t>
            </a:r>
            <a:endParaRPr lang="en-DE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CD1CF70C-2409-F5F2-385D-CE5DE1F918F2}"/>
              </a:ext>
            </a:extLst>
          </p:cNvPr>
          <p:cNvSpPr/>
          <p:nvPr/>
        </p:nvSpPr>
        <p:spPr>
          <a:xfrm>
            <a:off x="6925991" y="4255477"/>
            <a:ext cx="1097280" cy="281354"/>
          </a:xfrm>
          <a:prstGeom prst="homePlat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08/12/2022</a:t>
            </a:r>
            <a:endParaRPr lang="en-DE" sz="1200" b="1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79B157-31DF-26D8-AA82-F45CB53A9E81}"/>
              </a:ext>
            </a:extLst>
          </p:cNvPr>
          <p:cNvCxnSpPr>
            <a:cxnSpLocks/>
          </p:cNvCxnSpPr>
          <p:nvPr/>
        </p:nvCxnSpPr>
        <p:spPr>
          <a:xfrm>
            <a:off x="5164606" y="3486442"/>
            <a:ext cx="0" cy="75965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8280A49-3B26-B6CB-594F-ABBD8F44E3F3}"/>
              </a:ext>
            </a:extLst>
          </p:cNvPr>
          <p:cNvCxnSpPr>
            <a:cxnSpLocks/>
          </p:cNvCxnSpPr>
          <p:nvPr/>
        </p:nvCxnSpPr>
        <p:spPr>
          <a:xfrm>
            <a:off x="9768258" y="3495822"/>
            <a:ext cx="0" cy="75965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E6DFE4-2F22-DB8B-EFFE-93054048B327}"/>
              </a:ext>
            </a:extLst>
          </p:cNvPr>
          <p:cNvSpPr txBox="1"/>
          <p:nvPr/>
        </p:nvSpPr>
        <p:spPr>
          <a:xfrm>
            <a:off x="8581292" y="3216662"/>
            <a:ext cx="2586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Final report submission</a:t>
            </a:r>
            <a:endParaRPr lang="en-DE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89B8E7-82A1-073D-35B9-39120989585B}"/>
              </a:ext>
            </a:extLst>
          </p:cNvPr>
          <p:cNvSpPr txBox="1"/>
          <p:nvPr/>
        </p:nvSpPr>
        <p:spPr>
          <a:xfrm>
            <a:off x="7866775" y="5203578"/>
            <a:ext cx="190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Final Presentation</a:t>
            </a:r>
            <a:endParaRPr lang="en-DE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F528E2-C6C5-EF74-EF75-6CCC2ECEC890}"/>
              </a:ext>
            </a:extLst>
          </p:cNvPr>
          <p:cNvSpPr txBox="1"/>
          <p:nvPr/>
        </p:nvSpPr>
        <p:spPr>
          <a:xfrm>
            <a:off x="2078359" y="3251664"/>
            <a:ext cx="190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First Presentation</a:t>
            </a:r>
            <a:endParaRPr lang="en-DE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C6A538-7607-35B4-9CAD-C67DB99D2F2F}"/>
              </a:ext>
            </a:extLst>
          </p:cNvPr>
          <p:cNvSpPr txBox="1"/>
          <p:nvPr/>
        </p:nvSpPr>
        <p:spPr>
          <a:xfrm>
            <a:off x="3223463" y="5176319"/>
            <a:ext cx="190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Data collection</a:t>
            </a:r>
            <a:endParaRPr lang="en-D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EF39C2-5B5E-258D-20D8-D7D72DFE248A}"/>
              </a:ext>
            </a:extLst>
          </p:cNvPr>
          <p:cNvSpPr txBox="1"/>
          <p:nvPr/>
        </p:nvSpPr>
        <p:spPr>
          <a:xfrm>
            <a:off x="6622424" y="3203863"/>
            <a:ext cx="190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Working model</a:t>
            </a:r>
            <a:endParaRPr lang="en-DE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914F76-4BA1-E0FB-ED54-071C427ECB0F}"/>
              </a:ext>
            </a:extLst>
          </p:cNvPr>
          <p:cNvSpPr txBox="1"/>
          <p:nvPr/>
        </p:nvSpPr>
        <p:spPr>
          <a:xfrm>
            <a:off x="3854550" y="2904731"/>
            <a:ext cx="2742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Sorting and methodology selection</a:t>
            </a:r>
            <a:endParaRPr lang="en-DE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6476BD16-E8C3-11F9-6DB4-DF5D273DBAF0}"/>
              </a:ext>
            </a:extLst>
          </p:cNvPr>
          <p:cNvSpPr/>
          <p:nvPr/>
        </p:nvSpPr>
        <p:spPr>
          <a:xfrm>
            <a:off x="1174300" y="4241685"/>
            <a:ext cx="1097280" cy="281354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27/11/2022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1273439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E2F6-2C24-6FD9-1AF0-4F84B0BA1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endParaRPr lang="LID4096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65709-479A-15F7-E029-A7C7BD64C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Ayush</a:t>
            </a:r>
            <a:r>
              <a:rPr lang="en-US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Agrawal, Qureshi M F(</a:t>
            </a:r>
            <a:r>
              <a:rPr lang="en-US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2014), “</a:t>
            </a:r>
            <a:r>
              <a:rPr lang="en-US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Indian Weather Forecasting using ANFIS and ARIMA based Interval Type-2 Fuzzy Logic Model”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SourceSansPro-Regular"/>
              </a:rPr>
              <a:t>Nikita </a:t>
            </a:r>
            <a:r>
              <a:rPr lang="en-US" b="0" i="0" u="none" strike="noStrike" baseline="0" dirty="0" err="1">
                <a:latin typeface="SourceSansPro-Regular"/>
              </a:rPr>
              <a:t>Shivhare</a:t>
            </a:r>
            <a:r>
              <a:rPr lang="en-US" b="0" i="0" u="none" strike="noStrike" baseline="0" dirty="0">
                <a:latin typeface="SourceSansPro-Regular"/>
              </a:rPr>
              <a:t>, S.B. Dwivedi, Prabhat </a:t>
            </a:r>
            <a:r>
              <a:rPr lang="en-US" b="0" i="0" u="none" strike="noStrike" baseline="0" dirty="0" err="1">
                <a:latin typeface="SourceSansPro-Regular"/>
              </a:rPr>
              <a:t>kumar</a:t>
            </a:r>
            <a:r>
              <a:rPr lang="en-US" b="0" i="0" u="none" strike="noStrike" baseline="0" dirty="0">
                <a:latin typeface="SourceSansPro-Regular"/>
              </a:rPr>
              <a:t> sigh Dikshit(2019), “</a:t>
            </a:r>
            <a:r>
              <a:rPr lang="en-US" b="0" i="1" u="none" strike="noStrike" baseline="0" dirty="0">
                <a:latin typeface="Martel-Regular"/>
              </a:rPr>
              <a:t>ARIMA based daily weather forecasting tool: A case study for Varanasi”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Source Sans Pro" panose="020B0503030403020204" pitchFamily="34" charset="0"/>
              </a:rPr>
              <a:t>L. Antonio </a:t>
            </a:r>
            <a:r>
              <a:rPr lang="en-US" b="0" i="0" u="none" strike="noStrike" baseline="0" dirty="0" err="1">
                <a:latin typeface="Source Sans Pro" panose="020B0503030403020204" pitchFamily="34" charset="0"/>
              </a:rPr>
              <a:t>Vélez</a:t>
            </a:r>
            <a:r>
              <a:rPr lang="en-US" b="0" i="0" u="none" strike="noStrike" baseline="0" dirty="0">
                <a:latin typeface="Source Sans Pro" panose="020B0503030403020204" pitchFamily="34" charset="0"/>
              </a:rPr>
              <a:t>‐Espino, Ethan Clemons(2019), </a:t>
            </a:r>
            <a:r>
              <a:rPr lang="en-US" b="0" i="0" u="none" strike="noStrike" baseline="0" dirty="0">
                <a:latin typeface="Martel"/>
              </a:rPr>
              <a:t>“</a:t>
            </a:r>
            <a:r>
              <a:rPr lang="en-US" b="0" i="1" u="none" strike="noStrike" baseline="0" dirty="0" err="1">
                <a:latin typeface="Martel"/>
              </a:rPr>
              <a:t>ForecastR</a:t>
            </a:r>
            <a:r>
              <a:rPr lang="en-US" b="0" i="1" u="none" strike="noStrike" baseline="0" dirty="0">
                <a:latin typeface="Martel"/>
              </a:rPr>
              <a:t>: tools to automate forecasting procedures for salmonid terminal run and escapement”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baseline="0" dirty="0">
                <a:latin typeface="TimesNewRoman"/>
              </a:rPr>
              <a:t>Mahmudur Rahman</a:t>
            </a:r>
            <a:r>
              <a:rPr lang="en-US" dirty="0">
                <a:latin typeface="Martel"/>
              </a:rPr>
              <a:t>,</a:t>
            </a:r>
            <a:r>
              <a:rPr lang="en-US" b="0" i="0" u="none" strike="noStrike" baseline="0" dirty="0">
                <a:latin typeface="TimesNewRoman"/>
              </a:rPr>
              <a:t> A.H.M. Saiful Islam , Shah </a:t>
            </a:r>
            <a:r>
              <a:rPr lang="en-US" b="0" i="0" u="none" strike="noStrike" baseline="0" dirty="0" err="1">
                <a:latin typeface="TimesNewRoman"/>
              </a:rPr>
              <a:t>Yaser</a:t>
            </a:r>
            <a:r>
              <a:rPr lang="en-US" b="0" i="0" u="none" strike="noStrike" baseline="0" dirty="0">
                <a:latin typeface="TimesNewRoman"/>
              </a:rPr>
              <a:t> </a:t>
            </a:r>
            <a:r>
              <a:rPr lang="en-US" b="0" i="0" u="none" strike="noStrike" baseline="0" dirty="0" err="1">
                <a:latin typeface="TimesNewRoman"/>
              </a:rPr>
              <a:t>Maqnoon</a:t>
            </a:r>
            <a:r>
              <a:rPr lang="en-US" b="0" i="0" u="none" strike="noStrike" baseline="0" dirty="0">
                <a:latin typeface="TimesNewRoman"/>
              </a:rPr>
              <a:t> </a:t>
            </a:r>
            <a:r>
              <a:rPr lang="en-US" b="0" i="0" u="none" strike="noStrike" baseline="0" dirty="0" err="1">
                <a:latin typeface="TimesNewRoman"/>
              </a:rPr>
              <a:t>Nadvi</a:t>
            </a:r>
            <a:r>
              <a:rPr lang="en-US" b="0" i="0" u="none" strike="noStrike" baseline="0" dirty="0">
                <a:latin typeface="TimesNewRoman"/>
              </a:rPr>
              <a:t>, </a:t>
            </a:r>
            <a:r>
              <a:rPr lang="en-US" b="0" i="0" u="none" strike="noStrike" baseline="0" dirty="0" err="1">
                <a:latin typeface="TimesNewRoman"/>
              </a:rPr>
              <a:t>Rashedur</a:t>
            </a:r>
            <a:r>
              <a:rPr lang="en-US" b="0" i="0" u="none" strike="noStrike" baseline="0" dirty="0">
                <a:latin typeface="TimesNewRoman"/>
              </a:rPr>
              <a:t> M Rahman</a:t>
            </a:r>
            <a:r>
              <a:rPr lang="en-US" dirty="0">
                <a:latin typeface="Martel"/>
              </a:rPr>
              <a:t>(2013), </a:t>
            </a:r>
            <a:r>
              <a:rPr lang="en-US" i="1" dirty="0">
                <a:latin typeface="Martel"/>
              </a:rPr>
              <a:t>”</a:t>
            </a:r>
            <a:r>
              <a:rPr lang="en-US" b="0" i="1" u="none" strike="noStrike" baseline="0" dirty="0">
                <a:latin typeface="TimesNewRoman"/>
              </a:rPr>
              <a:t>Comparative Study of ANFIS and ARIMA Model for Weather Forecasting in Dhaka”</a:t>
            </a:r>
            <a:endParaRPr lang="en-US" b="0" i="1" u="none" strike="noStrike" baseline="0" dirty="0">
              <a:latin typeface="Martel"/>
            </a:endParaRPr>
          </a:p>
          <a:p>
            <a:pPr algn="l"/>
            <a:r>
              <a:rPr lang="en-US" b="0" i="0" u="none" strike="noStrike" baseline="0" dirty="0">
                <a:solidFill>
                  <a:srgbClr val="000000"/>
                </a:solidFill>
                <a:latin typeface="Martel"/>
              </a:rPr>
              <a:t> </a:t>
            </a:r>
            <a:endParaRPr lang="en-US" i="1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LID4096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6749B-C039-BDBA-97C6-E116A244C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27E0F7-2CDE-F1C5-AEE4-710E0DB30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224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BBC97E-B24A-DC48-D105-81E5E0BD9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875"/>
            <a:ext cx="2540131" cy="349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6992FA-E9D3-47AC-7D08-CA44E5D73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192" y="0"/>
            <a:ext cx="2977808" cy="631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D8D388-950C-2206-C89A-4761A264A9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1371"/>
            <a:ext cx="12192000" cy="586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25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2023</TotalTime>
  <Words>687</Words>
  <Application>Microsoft Office PowerPoint</Application>
  <PresentationFormat>Widescreen</PresentationFormat>
  <Paragraphs>124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Arial</vt:lpstr>
      <vt:lpstr>Calibri</vt:lpstr>
      <vt:lpstr>Calibri Light</vt:lpstr>
      <vt:lpstr>Martel</vt:lpstr>
      <vt:lpstr>Martel-Regular</vt:lpstr>
      <vt:lpstr>Optimist</vt:lpstr>
      <vt:lpstr>Source Sans Pro</vt:lpstr>
      <vt:lpstr>SourceSansPro-Regular</vt:lpstr>
      <vt:lpstr>TimesNewRoman</vt:lpstr>
      <vt:lpstr>Tw Cen MT</vt:lpstr>
      <vt:lpstr>Tw Cen MT Condensed</vt:lpstr>
      <vt:lpstr>Wingdings</vt:lpstr>
      <vt:lpstr>Wingdings 3</vt:lpstr>
      <vt:lpstr>Integral</vt:lpstr>
      <vt:lpstr>GUI CONTROLLED TIME SEREIS FORECASTING</vt:lpstr>
      <vt:lpstr>CONTENT</vt:lpstr>
      <vt:lpstr>INTRODUCTION</vt:lpstr>
      <vt:lpstr>PROJECT UPDATE</vt:lpstr>
      <vt:lpstr>CONCEPT</vt:lpstr>
      <vt:lpstr>Concept</vt:lpstr>
      <vt:lpstr>DATASET</vt:lpstr>
      <vt:lpstr>CODE STRUCTURE</vt:lpstr>
      <vt:lpstr>TIME SERIES MODEL</vt:lpstr>
      <vt:lpstr>Time series model</vt:lpstr>
      <vt:lpstr>tkinter</vt:lpstr>
      <vt:lpstr>ARCHITECTURE DIAGRAM</vt:lpstr>
      <vt:lpstr>Proposed system</vt:lpstr>
      <vt:lpstr>Scope and application</vt:lpstr>
      <vt:lpstr>RISKS AND LIMITATIONS</vt:lpstr>
      <vt:lpstr>TIMELINE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P Girijan</dc:creator>
  <cp:lastModifiedBy>Rahul P Girijan</cp:lastModifiedBy>
  <cp:revision>6</cp:revision>
  <dcterms:created xsi:type="dcterms:W3CDTF">2022-10-16T17:50:51Z</dcterms:created>
  <dcterms:modified xsi:type="dcterms:W3CDTF">2022-11-24T09:18:56Z</dcterms:modified>
</cp:coreProperties>
</file>